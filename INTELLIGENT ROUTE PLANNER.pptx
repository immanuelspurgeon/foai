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12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han Bright" userId="32b8178e2a5ffe00" providerId="LiveId" clId="{EA5BF2B0-DA8D-4AF2-B5DE-FE027C326A73}"/>
    <pc:docChg chg="undo custSel addSld delSld modSld modMainMaster">
      <pc:chgData name="Roshan Bright" userId="32b8178e2a5ffe00" providerId="LiveId" clId="{EA5BF2B0-DA8D-4AF2-B5DE-FE027C326A73}" dt="2026-09-23T17:21:33.723" v="1638"/>
      <pc:docMkLst>
        <pc:docMk/>
      </pc:docMkLst>
      <pc:sldChg chg="modSp mod modTransition setBg">
        <pc:chgData name="Roshan Bright" userId="32b8178e2a5ffe00" providerId="LiveId" clId="{EA5BF2B0-DA8D-4AF2-B5DE-FE027C326A73}" dt="2026-09-23T17:18:43.719" v="1632"/>
        <pc:sldMkLst>
          <pc:docMk/>
          <pc:sldMk cId="3605765964" sldId="256"/>
        </pc:sldMkLst>
        <pc:spChg chg="mod">
          <ac:chgData name="Roshan Bright" userId="32b8178e2a5ffe00" providerId="LiveId" clId="{EA5BF2B0-DA8D-4AF2-B5DE-FE027C326A73}" dt="2026-09-23T14:18:56.522" v="326" actId="27636"/>
          <ac:spMkLst>
            <pc:docMk/>
            <pc:sldMk cId="3605765964" sldId="256"/>
            <ac:spMk id="2" creationId="{7229FAE5-ECBD-5559-A62C-BC6F3BAB29CF}"/>
          </ac:spMkLst>
        </pc:spChg>
        <pc:spChg chg="mod">
          <ac:chgData name="Roshan Bright" userId="32b8178e2a5ffe00" providerId="LiveId" clId="{EA5BF2B0-DA8D-4AF2-B5DE-FE027C326A73}" dt="2026-09-23T14:10:53.901" v="218" actId="207"/>
          <ac:spMkLst>
            <pc:docMk/>
            <pc:sldMk cId="3605765964" sldId="256"/>
            <ac:spMk id="3" creationId="{FD17D80A-41B6-4F71-6399-62A94246FF24}"/>
          </ac:spMkLst>
        </pc:spChg>
        <pc:picChg chg="mod">
          <ac:chgData name="Roshan Bright" userId="32b8178e2a5ffe00" providerId="LiveId" clId="{EA5BF2B0-DA8D-4AF2-B5DE-FE027C326A73}" dt="2026-09-23T14:19:19.498" v="351" actId="29295"/>
          <ac:picMkLst>
            <pc:docMk/>
            <pc:sldMk cId="3605765964" sldId="256"/>
            <ac:picMk id="5" creationId="{51BAEC00-CAE6-E504-8D04-FF4E09C2020D}"/>
          </ac:picMkLst>
        </pc:picChg>
      </pc:sldChg>
      <pc:sldChg chg="addSp delSp modSp new mod modTransition delAnim modAnim">
        <pc:chgData name="Roshan Bright" userId="32b8178e2a5ffe00" providerId="LiveId" clId="{EA5BF2B0-DA8D-4AF2-B5DE-FE027C326A73}" dt="2026-09-23T17:18:43.719" v="1632"/>
        <pc:sldMkLst>
          <pc:docMk/>
          <pc:sldMk cId="1350090854" sldId="257"/>
        </pc:sldMkLst>
        <pc:spChg chg="mod">
          <ac:chgData name="Roshan Bright" userId="32b8178e2a5ffe00" providerId="LiveId" clId="{EA5BF2B0-DA8D-4AF2-B5DE-FE027C326A73}" dt="2026-09-23T14:17:47.659" v="312" actId="20577"/>
          <ac:spMkLst>
            <pc:docMk/>
            <pc:sldMk cId="1350090854" sldId="257"/>
            <ac:spMk id="2" creationId="{E7359782-FD7F-F679-14FF-7B46D9256234}"/>
          </ac:spMkLst>
        </pc:spChg>
        <pc:spChg chg="del">
          <ac:chgData name="Roshan Bright" userId="32b8178e2a5ffe00" providerId="LiveId" clId="{EA5BF2B0-DA8D-4AF2-B5DE-FE027C326A73}" dt="2026-09-23T13:23:11.020" v="1" actId="478"/>
          <ac:spMkLst>
            <pc:docMk/>
            <pc:sldMk cId="1350090854" sldId="257"/>
            <ac:spMk id="3" creationId="{CE3D9DF9-9F5E-D23F-4025-74F0021BFB32}"/>
          </ac:spMkLst>
        </pc:spChg>
        <pc:spChg chg="add mod ord">
          <ac:chgData name="Roshan Bright" userId="32b8178e2a5ffe00" providerId="LiveId" clId="{EA5BF2B0-DA8D-4AF2-B5DE-FE027C326A73}" dt="2026-09-23T14:17:51.985" v="313" actId="1076"/>
          <ac:spMkLst>
            <pc:docMk/>
            <pc:sldMk cId="1350090854" sldId="257"/>
            <ac:spMk id="4" creationId="{50EDAFCF-74B2-4D85-3F1C-39E18D40F74A}"/>
          </ac:spMkLst>
        </pc:spChg>
        <pc:spChg chg="add mod">
          <ac:chgData name="Roshan Bright" userId="32b8178e2a5ffe00" providerId="LiveId" clId="{EA5BF2B0-DA8D-4AF2-B5DE-FE027C326A73}" dt="2026-09-23T14:23:29.889" v="353" actId="2711"/>
          <ac:spMkLst>
            <pc:docMk/>
            <pc:sldMk cId="1350090854" sldId="257"/>
            <ac:spMk id="8" creationId="{C658BE0C-6DE0-00AC-1215-C98BBB4E4110}"/>
          </ac:spMkLst>
        </pc:spChg>
        <pc:picChg chg="add del mod ord">
          <ac:chgData name="Roshan Bright" userId="32b8178e2a5ffe00" providerId="LiveId" clId="{EA5BF2B0-DA8D-4AF2-B5DE-FE027C326A73}" dt="2026-09-23T13:39:03.144" v="70" actId="478"/>
          <ac:picMkLst>
            <pc:docMk/>
            <pc:sldMk cId="1350090854" sldId="257"/>
            <ac:picMk id="6" creationId="{2B176A3F-DF56-0AC5-A88F-9174265C1A8A}"/>
          </ac:picMkLst>
        </pc:picChg>
        <pc:picChg chg="add del mod ord">
          <ac:chgData name="Roshan Bright" userId="32b8178e2a5ffe00" providerId="LiveId" clId="{EA5BF2B0-DA8D-4AF2-B5DE-FE027C326A73}" dt="2026-09-23T13:53:44.173" v="80" actId="478"/>
          <ac:picMkLst>
            <pc:docMk/>
            <pc:sldMk cId="1350090854" sldId="257"/>
            <ac:picMk id="7" creationId="{4A6A63F7-2EED-112D-D101-CA12F363B84B}"/>
          </ac:picMkLst>
        </pc:picChg>
      </pc:sldChg>
      <pc:sldChg chg="addSp delSp modSp new mod modTransition addAnim delAnim modAnim">
        <pc:chgData name="Roshan Bright" userId="32b8178e2a5ffe00" providerId="LiveId" clId="{EA5BF2B0-DA8D-4AF2-B5DE-FE027C326A73}" dt="2026-09-23T17:20:42.732" v="1634"/>
        <pc:sldMkLst>
          <pc:docMk/>
          <pc:sldMk cId="3972119815" sldId="258"/>
        </pc:sldMkLst>
        <pc:spChg chg="add del mod">
          <ac:chgData name="Roshan Bright" userId="32b8178e2a5ffe00" providerId="LiveId" clId="{EA5BF2B0-DA8D-4AF2-B5DE-FE027C326A73}" dt="2026-09-23T15:07:32.276" v="428" actId="478"/>
          <ac:spMkLst>
            <pc:docMk/>
            <pc:sldMk cId="3972119815" sldId="258"/>
            <ac:spMk id="3" creationId="{28F3DC5E-FBDF-EFFB-F7A3-4BE08FA7DF4A}"/>
          </ac:spMkLst>
        </pc:spChg>
        <pc:spChg chg="add mod">
          <ac:chgData name="Roshan Bright" userId="32b8178e2a5ffe00" providerId="LiveId" clId="{EA5BF2B0-DA8D-4AF2-B5DE-FE027C326A73}" dt="2026-09-23T15:18:31.491" v="832" actId="1076"/>
          <ac:spMkLst>
            <pc:docMk/>
            <pc:sldMk cId="3972119815" sldId="258"/>
            <ac:spMk id="6" creationId="{C5E6918B-FA1C-D085-5966-E758BB9DA5C8}"/>
          </ac:spMkLst>
        </pc:spChg>
        <pc:spChg chg="add mod">
          <ac:chgData name="Roshan Bright" userId="32b8178e2a5ffe00" providerId="LiveId" clId="{EA5BF2B0-DA8D-4AF2-B5DE-FE027C326A73}" dt="2026-09-23T15:08:59.916" v="439" actId="1076"/>
          <ac:spMkLst>
            <pc:docMk/>
            <pc:sldMk cId="3972119815" sldId="258"/>
            <ac:spMk id="7" creationId="{C0C5D239-12A3-04FA-114E-72BD40AB82BB}"/>
          </ac:spMkLst>
        </pc:spChg>
        <pc:picChg chg="add del mod">
          <ac:chgData name="Roshan Bright" userId="32b8178e2a5ffe00" providerId="LiveId" clId="{EA5BF2B0-DA8D-4AF2-B5DE-FE027C326A73}" dt="2026-09-23T15:11:05.317" v="810" actId="478"/>
          <ac:picMkLst>
            <pc:docMk/>
            <pc:sldMk cId="3972119815" sldId="258"/>
            <ac:picMk id="4" creationId="{89F2B444-A4BD-EEC9-5F1E-A330BECCACCE}"/>
          </ac:picMkLst>
        </pc:picChg>
        <pc:picChg chg="add del mod">
          <ac:chgData name="Roshan Bright" userId="32b8178e2a5ffe00" providerId="LiveId" clId="{EA5BF2B0-DA8D-4AF2-B5DE-FE027C326A73}" dt="2026-09-23T15:14:38.202" v="814" actId="478"/>
          <ac:picMkLst>
            <pc:docMk/>
            <pc:sldMk cId="3972119815" sldId="258"/>
            <ac:picMk id="8" creationId="{C0EEECEF-FCCA-BB7E-9FE5-43FA7CCCE908}"/>
          </ac:picMkLst>
        </pc:picChg>
        <pc:picChg chg="add mod">
          <ac:chgData name="Roshan Bright" userId="32b8178e2a5ffe00" providerId="LiveId" clId="{EA5BF2B0-DA8D-4AF2-B5DE-FE027C326A73}" dt="2026-09-23T15:56:19.306" v="1122" actId="1440"/>
          <ac:picMkLst>
            <pc:docMk/>
            <pc:sldMk cId="3972119815" sldId="258"/>
            <ac:picMk id="9" creationId="{F407708F-2C25-0D44-13C2-DBCBE727ED9D}"/>
          </ac:picMkLst>
        </pc:picChg>
      </pc:sldChg>
      <pc:sldChg chg="addSp modSp new mod modTransition addAnim delAnim modAnim">
        <pc:chgData name="Roshan Bright" userId="32b8178e2a5ffe00" providerId="LiveId" clId="{EA5BF2B0-DA8D-4AF2-B5DE-FE027C326A73}" dt="2026-09-23T17:20:37.355" v="1633"/>
        <pc:sldMkLst>
          <pc:docMk/>
          <pc:sldMk cId="3024256143" sldId="259"/>
        </pc:sldMkLst>
        <pc:spChg chg="add mod">
          <ac:chgData name="Roshan Bright" userId="32b8178e2a5ffe00" providerId="LiveId" clId="{EA5BF2B0-DA8D-4AF2-B5DE-FE027C326A73}" dt="2026-09-23T16:06:24.971" v="1145" actId="1076"/>
          <ac:spMkLst>
            <pc:docMk/>
            <pc:sldMk cId="3024256143" sldId="259"/>
            <ac:spMk id="2" creationId="{6AD99BE7-FFE0-11AC-CB8F-D47144286610}"/>
          </ac:spMkLst>
        </pc:spChg>
        <pc:spChg chg="add mod">
          <ac:chgData name="Roshan Bright" userId="32b8178e2a5ffe00" providerId="LiveId" clId="{EA5BF2B0-DA8D-4AF2-B5DE-FE027C326A73}" dt="2026-09-23T16:06:29.530" v="1146" actId="1076"/>
          <ac:spMkLst>
            <pc:docMk/>
            <pc:sldMk cId="3024256143" sldId="259"/>
            <ac:spMk id="3" creationId="{024A50C4-1C40-C4FC-5D2A-630E316CD1BD}"/>
          </ac:spMkLst>
        </pc:spChg>
        <pc:picChg chg="add mod">
          <ac:chgData name="Roshan Bright" userId="32b8178e2a5ffe00" providerId="LiveId" clId="{EA5BF2B0-DA8D-4AF2-B5DE-FE027C326A73}" dt="2026-09-23T17:08:11.235" v="1566" actId="29295"/>
          <ac:picMkLst>
            <pc:docMk/>
            <pc:sldMk cId="3024256143" sldId="259"/>
            <ac:picMk id="5" creationId="{879B6EB5-1518-278C-30B5-C63DC81868B5}"/>
          </ac:picMkLst>
        </pc:picChg>
      </pc:sldChg>
      <pc:sldChg chg="addSp modSp new mod modTransition addAnim delAnim modAnim">
        <pc:chgData name="Roshan Bright" userId="32b8178e2a5ffe00" providerId="LiveId" clId="{EA5BF2B0-DA8D-4AF2-B5DE-FE027C326A73}" dt="2026-09-23T17:20:47.084" v="1635"/>
        <pc:sldMkLst>
          <pc:docMk/>
          <pc:sldMk cId="2557290234" sldId="260"/>
        </pc:sldMkLst>
        <pc:spChg chg="add mod">
          <ac:chgData name="Roshan Bright" userId="32b8178e2a5ffe00" providerId="LiveId" clId="{EA5BF2B0-DA8D-4AF2-B5DE-FE027C326A73}" dt="2026-09-23T16:08:21.522" v="1154" actId="1076"/>
          <ac:spMkLst>
            <pc:docMk/>
            <pc:sldMk cId="2557290234" sldId="260"/>
            <ac:spMk id="3" creationId="{96975C48-91CC-2FB6-961D-D6799974511C}"/>
          </ac:spMkLst>
        </pc:spChg>
        <pc:spChg chg="add mod">
          <ac:chgData name="Roshan Bright" userId="32b8178e2a5ffe00" providerId="LiveId" clId="{EA5BF2B0-DA8D-4AF2-B5DE-FE027C326A73}" dt="2026-09-23T16:17:11.954" v="1197" actId="1076"/>
          <ac:spMkLst>
            <pc:docMk/>
            <pc:sldMk cId="2557290234" sldId="260"/>
            <ac:spMk id="5" creationId="{21289BDB-D600-51E1-02B9-5712C5FB1605}"/>
          </ac:spMkLst>
        </pc:spChg>
        <pc:picChg chg="add mod">
          <ac:chgData name="Roshan Bright" userId="32b8178e2a5ffe00" providerId="LiveId" clId="{EA5BF2B0-DA8D-4AF2-B5DE-FE027C326A73}" dt="2026-09-23T17:14:42.875" v="1612" actId="1076"/>
          <ac:picMkLst>
            <pc:docMk/>
            <pc:sldMk cId="2557290234" sldId="260"/>
            <ac:picMk id="6" creationId="{834DB9FB-D683-1B2F-DBCE-DA7D3D0FBC7C}"/>
          </ac:picMkLst>
        </pc:picChg>
      </pc:sldChg>
      <pc:sldChg chg="addSp delSp modSp new mod modTransition addAnim delAnim modAnim">
        <pc:chgData name="Roshan Bright" userId="32b8178e2a5ffe00" providerId="LiveId" clId="{EA5BF2B0-DA8D-4AF2-B5DE-FE027C326A73}" dt="2026-09-23T17:20:51.800" v="1636"/>
        <pc:sldMkLst>
          <pc:docMk/>
          <pc:sldMk cId="2886412997" sldId="261"/>
        </pc:sldMkLst>
        <pc:spChg chg="add mod">
          <ac:chgData name="Roshan Bright" userId="32b8178e2a5ffe00" providerId="LiveId" clId="{EA5BF2B0-DA8D-4AF2-B5DE-FE027C326A73}" dt="2026-09-23T16:24:25.570" v="1218" actId="1076"/>
          <ac:spMkLst>
            <pc:docMk/>
            <pc:sldMk cId="2886412997" sldId="261"/>
            <ac:spMk id="8" creationId="{4719DFAB-1ED5-5600-670D-79EAE06F75AF}"/>
          </ac:spMkLst>
        </pc:spChg>
        <pc:spChg chg="add mod">
          <ac:chgData name="Roshan Bright" userId="32b8178e2a5ffe00" providerId="LiveId" clId="{EA5BF2B0-DA8D-4AF2-B5DE-FE027C326A73}" dt="2026-09-23T16:30:15.197" v="1301" actId="20577"/>
          <ac:spMkLst>
            <pc:docMk/>
            <pc:sldMk cId="2886412997" sldId="261"/>
            <ac:spMk id="10" creationId="{961A5E0F-8712-0B6E-7EFD-C587BA60A74C}"/>
          </ac:spMkLst>
        </pc:spChg>
        <pc:picChg chg="add del">
          <ac:chgData name="Roshan Bright" userId="32b8178e2a5ffe00" providerId="LiveId" clId="{EA5BF2B0-DA8D-4AF2-B5DE-FE027C326A73}" dt="2026-09-23T16:15:50.616" v="1189" actId="478"/>
          <ac:picMkLst>
            <pc:docMk/>
            <pc:sldMk cId="2886412997" sldId="261"/>
            <ac:picMk id="2" creationId="{26C40D24-8B54-C847-AA28-CE4337FC931A}"/>
          </ac:picMkLst>
        </pc:picChg>
        <pc:picChg chg="add del">
          <ac:chgData name="Roshan Bright" userId="32b8178e2a5ffe00" providerId="LiveId" clId="{EA5BF2B0-DA8D-4AF2-B5DE-FE027C326A73}" dt="2026-09-23T16:21:42.515" v="1200" actId="478"/>
          <ac:picMkLst>
            <pc:docMk/>
            <pc:sldMk cId="2886412997" sldId="261"/>
            <ac:picMk id="4" creationId="{E25A71F7-103F-61F7-4E50-C3D64E5FAF3F}"/>
          </ac:picMkLst>
        </pc:picChg>
        <pc:picChg chg="add mod">
          <ac:chgData name="Roshan Bright" userId="32b8178e2a5ffe00" providerId="LiveId" clId="{EA5BF2B0-DA8D-4AF2-B5DE-FE027C326A73}" dt="2026-09-23T17:17:43.018" v="1630" actId="1076"/>
          <ac:picMkLst>
            <pc:docMk/>
            <pc:sldMk cId="2886412997" sldId="261"/>
            <ac:picMk id="6" creationId="{E5995BFC-2252-EAC8-24F0-C3CF03385576}"/>
          </ac:picMkLst>
        </pc:picChg>
      </pc:sldChg>
      <pc:sldChg chg="addSp delSp modSp new mod modTransition addAnim delAnim modAnim">
        <pc:chgData name="Roshan Bright" userId="32b8178e2a5ffe00" providerId="LiveId" clId="{EA5BF2B0-DA8D-4AF2-B5DE-FE027C326A73}" dt="2026-09-23T17:20:55.990" v="1637"/>
        <pc:sldMkLst>
          <pc:docMk/>
          <pc:sldMk cId="2287622562" sldId="262"/>
        </pc:sldMkLst>
        <pc:spChg chg="add mod">
          <ac:chgData name="Roshan Bright" userId="32b8178e2a5ffe00" providerId="LiveId" clId="{EA5BF2B0-DA8D-4AF2-B5DE-FE027C326A73}" dt="2026-09-23T16:59:14.411" v="1458" actId="14100"/>
          <ac:spMkLst>
            <pc:docMk/>
            <pc:sldMk cId="2287622562" sldId="262"/>
            <ac:spMk id="3" creationId="{C1878377-940E-6918-149B-E6DF47842391}"/>
          </ac:spMkLst>
        </pc:spChg>
        <pc:spChg chg="add mod">
          <ac:chgData name="Roshan Bright" userId="32b8178e2a5ffe00" providerId="LiveId" clId="{EA5BF2B0-DA8D-4AF2-B5DE-FE027C326A73}" dt="2026-09-23T16:50:10.148" v="1374" actId="1076"/>
          <ac:spMkLst>
            <pc:docMk/>
            <pc:sldMk cId="2287622562" sldId="262"/>
            <ac:spMk id="5" creationId="{57DFFA2E-AC78-886D-41BC-420152554BDC}"/>
          </ac:spMkLst>
        </pc:spChg>
        <pc:spChg chg="add del mod">
          <ac:chgData name="Roshan Bright" userId="32b8178e2a5ffe00" providerId="LiveId" clId="{EA5BF2B0-DA8D-4AF2-B5DE-FE027C326A73}" dt="2026-09-23T16:49:38.187" v="1370"/>
          <ac:spMkLst>
            <pc:docMk/>
            <pc:sldMk cId="2287622562" sldId="262"/>
            <ac:spMk id="9" creationId="{57D47A9F-80BD-FB5E-ED72-AF36198EDB41}"/>
          </ac:spMkLst>
        </pc:spChg>
        <pc:spChg chg="add mod">
          <ac:chgData name="Roshan Bright" userId="32b8178e2a5ffe00" providerId="LiveId" clId="{EA5BF2B0-DA8D-4AF2-B5DE-FE027C326A73}" dt="2026-09-23T16:39:37.086" v="1347"/>
          <ac:spMkLst>
            <pc:docMk/>
            <pc:sldMk cId="2287622562" sldId="262"/>
            <ac:spMk id="10" creationId="{3CDF96CB-8B88-CE05-7405-EB69801588CC}"/>
          </ac:spMkLst>
        </pc:spChg>
        <pc:spChg chg="add mod">
          <ac:chgData name="Roshan Bright" userId="32b8178e2a5ffe00" providerId="LiveId" clId="{EA5BF2B0-DA8D-4AF2-B5DE-FE027C326A73}" dt="2026-09-23T16:39:36.835" v="1346"/>
          <ac:spMkLst>
            <pc:docMk/>
            <pc:sldMk cId="2287622562" sldId="262"/>
            <ac:spMk id="11" creationId="{607E153A-1811-2DF3-6396-3232E0626FCF}"/>
          </ac:spMkLst>
        </pc:spChg>
        <pc:spChg chg="add mod">
          <ac:chgData name="Roshan Bright" userId="32b8178e2a5ffe00" providerId="LiveId" clId="{EA5BF2B0-DA8D-4AF2-B5DE-FE027C326A73}" dt="2026-09-23T16:39:36.676" v="1345"/>
          <ac:spMkLst>
            <pc:docMk/>
            <pc:sldMk cId="2287622562" sldId="262"/>
            <ac:spMk id="12" creationId="{FC479047-B7BE-E5EF-495C-0E39F3A1E349}"/>
          </ac:spMkLst>
        </pc:spChg>
        <pc:spChg chg="add mod">
          <ac:chgData name="Roshan Bright" userId="32b8178e2a5ffe00" providerId="LiveId" clId="{EA5BF2B0-DA8D-4AF2-B5DE-FE027C326A73}" dt="2026-09-23T16:39:36.459" v="1344"/>
          <ac:spMkLst>
            <pc:docMk/>
            <pc:sldMk cId="2287622562" sldId="262"/>
            <ac:spMk id="13" creationId="{0A3801E6-7AAF-EEB8-BB3A-4B5A93EBCCEE}"/>
          </ac:spMkLst>
        </pc:spChg>
        <pc:spChg chg="add mod">
          <ac:chgData name="Roshan Bright" userId="32b8178e2a5ffe00" providerId="LiveId" clId="{EA5BF2B0-DA8D-4AF2-B5DE-FE027C326A73}" dt="2026-09-23T16:39:36.198" v="1343"/>
          <ac:spMkLst>
            <pc:docMk/>
            <pc:sldMk cId="2287622562" sldId="262"/>
            <ac:spMk id="14" creationId="{CD8FD2F4-91E0-B970-7E11-B4EEC216B0D7}"/>
          </ac:spMkLst>
        </pc:spChg>
        <pc:spChg chg="add del mod">
          <ac:chgData name="Roshan Bright" userId="32b8178e2a5ffe00" providerId="LiveId" clId="{EA5BF2B0-DA8D-4AF2-B5DE-FE027C326A73}" dt="2026-09-23T16:49:38.187" v="1370"/>
          <ac:spMkLst>
            <pc:docMk/>
            <pc:sldMk cId="2287622562" sldId="262"/>
            <ac:spMk id="15" creationId="{17E702CC-67FF-D02F-BB5D-53594C850A2A}"/>
          </ac:spMkLst>
        </pc:spChg>
        <pc:spChg chg="add del mod">
          <ac:chgData name="Roshan Bright" userId="32b8178e2a5ffe00" providerId="LiveId" clId="{EA5BF2B0-DA8D-4AF2-B5DE-FE027C326A73}" dt="2026-09-23T16:49:38.187" v="1370"/>
          <ac:spMkLst>
            <pc:docMk/>
            <pc:sldMk cId="2287622562" sldId="262"/>
            <ac:spMk id="16" creationId="{DB46265E-052D-0D54-A500-0181B8325CD6}"/>
          </ac:spMkLst>
        </pc:spChg>
        <pc:spChg chg="add del mod">
          <ac:chgData name="Roshan Bright" userId="32b8178e2a5ffe00" providerId="LiveId" clId="{EA5BF2B0-DA8D-4AF2-B5DE-FE027C326A73}" dt="2026-09-23T16:49:38.187" v="1370"/>
          <ac:spMkLst>
            <pc:docMk/>
            <pc:sldMk cId="2287622562" sldId="262"/>
            <ac:spMk id="17" creationId="{B541CB85-EA72-715D-A6E4-78AFED7EBE56}"/>
          </ac:spMkLst>
        </pc:spChg>
        <pc:spChg chg="del mod">
          <ac:chgData name="Roshan Bright" userId="32b8178e2a5ffe00" providerId="LiveId" clId="{EA5BF2B0-DA8D-4AF2-B5DE-FE027C326A73}" dt="2026-09-23T16:51:35.324" v="1380"/>
          <ac:spMkLst>
            <pc:docMk/>
            <pc:sldMk cId="2287622562" sldId="262"/>
            <ac:spMk id="20" creationId="{F989C44F-9FDB-3694-A853-687CA29FAFCA}"/>
          </ac:spMkLst>
        </pc:spChg>
        <pc:spChg chg="add del mod">
          <ac:chgData name="Roshan Bright" userId="32b8178e2a5ffe00" providerId="LiveId" clId="{EA5BF2B0-DA8D-4AF2-B5DE-FE027C326A73}" dt="2026-09-23T16:53:09.814" v="1396" actId="478"/>
          <ac:spMkLst>
            <pc:docMk/>
            <pc:sldMk cId="2287622562" sldId="262"/>
            <ac:spMk id="23" creationId="{A8CA481E-A2B3-8325-EDA7-E524C26F4F69}"/>
          </ac:spMkLst>
        </pc:spChg>
        <pc:spChg chg="add del">
          <ac:chgData name="Roshan Bright" userId="32b8178e2a5ffe00" providerId="LiveId" clId="{EA5BF2B0-DA8D-4AF2-B5DE-FE027C326A73}" dt="2026-09-23T16:53:33.641" v="1398" actId="478"/>
          <ac:spMkLst>
            <pc:docMk/>
            <pc:sldMk cId="2287622562" sldId="262"/>
            <ac:spMk id="27" creationId="{C81BE4CA-8473-A8AE-E16F-AFB617DB3944}"/>
          </ac:spMkLst>
        </pc:spChg>
        <pc:spChg chg="add del mod">
          <ac:chgData name="Roshan Bright" userId="32b8178e2a5ffe00" providerId="LiveId" clId="{EA5BF2B0-DA8D-4AF2-B5DE-FE027C326A73}" dt="2026-09-23T16:55:23.914" v="1426"/>
          <ac:spMkLst>
            <pc:docMk/>
            <pc:sldMk cId="2287622562" sldId="262"/>
            <ac:spMk id="30" creationId="{B7E363DC-9034-2A4E-AFD5-0460CF165B6C}"/>
          </ac:spMkLst>
        </pc:spChg>
        <pc:spChg chg="add del mod">
          <ac:chgData name="Roshan Bright" userId="32b8178e2a5ffe00" providerId="LiveId" clId="{EA5BF2B0-DA8D-4AF2-B5DE-FE027C326A73}" dt="2026-09-23T16:55:23.914" v="1426"/>
          <ac:spMkLst>
            <pc:docMk/>
            <pc:sldMk cId="2287622562" sldId="262"/>
            <ac:spMk id="31" creationId="{A216B12C-EBE5-79D9-19EF-94415D3DAFC7}"/>
          </ac:spMkLst>
        </pc:spChg>
        <pc:spChg chg="add del mod">
          <ac:chgData name="Roshan Bright" userId="32b8178e2a5ffe00" providerId="LiveId" clId="{EA5BF2B0-DA8D-4AF2-B5DE-FE027C326A73}" dt="2026-09-23T16:55:23.914" v="1426"/>
          <ac:spMkLst>
            <pc:docMk/>
            <pc:sldMk cId="2287622562" sldId="262"/>
            <ac:spMk id="32" creationId="{200BB1C8-360D-F7A2-F93F-30CEA3FF89CE}"/>
          </ac:spMkLst>
        </pc:spChg>
        <pc:spChg chg="add del mod">
          <ac:chgData name="Roshan Bright" userId="32b8178e2a5ffe00" providerId="LiveId" clId="{EA5BF2B0-DA8D-4AF2-B5DE-FE027C326A73}" dt="2026-09-23T16:55:23.914" v="1426"/>
          <ac:spMkLst>
            <pc:docMk/>
            <pc:sldMk cId="2287622562" sldId="262"/>
            <ac:spMk id="33" creationId="{82804C80-052E-23BE-CED3-DD73B2B5790E}"/>
          </ac:spMkLst>
        </pc:spChg>
        <pc:spChg chg="add del mod">
          <ac:chgData name="Roshan Bright" userId="32b8178e2a5ffe00" providerId="LiveId" clId="{EA5BF2B0-DA8D-4AF2-B5DE-FE027C326A73}" dt="2026-09-23T16:55:23.914" v="1426"/>
          <ac:spMkLst>
            <pc:docMk/>
            <pc:sldMk cId="2287622562" sldId="262"/>
            <ac:spMk id="34" creationId="{0DFF2B33-3AB4-246A-BABF-416DA361E258}"/>
          </ac:spMkLst>
        </pc:spChg>
        <pc:spChg chg="add del mod">
          <ac:chgData name="Roshan Bright" userId="32b8178e2a5ffe00" providerId="LiveId" clId="{EA5BF2B0-DA8D-4AF2-B5DE-FE027C326A73}" dt="2026-09-23T16:55:23.914" v="1426"/>
          <ac:spMkLst>
            <pc:docMk/>
            <pc:sldMk cId="2287622562" sldId="262"/>
            <ac:spMk id="35" creationId="{C2F5BB19-0265-6663-6DB6-6EF500C2F274}"/>
          </ac:spMkLst>
        </pc:spChg>
        <pc:spChg chg="del mod">
          <ac:chgData name="Roshan Bright" userId="32b8178e2a5ffe00" providerId="LiveId" clId="{EA5BF2B0-DA8D-4AF2-B5DE-FE027C326A73}" dt="2026-09-23T16:57:05.724" v="1440"/>
          <ac:spMkLst>
            <pc:docMk/>
            <pc:sldMk cId="2287622562" sldId="262"/>
            <ac:spMk id="36" creationId="{D03B35F3-3527-4AC0-021C-6A07899443D8}"/>
          </ac:spMkLst>
        </pc:spChg>
        <pc:spChg chg="add del mod">
          <ac:chgData name="Roshan Bright" userId="32b8178e2a5ffe00" providerId="LiveId" clId="{EA5BF2B0-DA8D-4AF2-B5DE-FE027C326A73}" dt="2026-09-23T17:01:27.149" v="1487"/>
          <ac:spMkLst>
            <pc:docMk/>
            <pc:sldMk cId="2287622562" sldId="262"/>
            <ac:spMk id="40" creationId="{79E3A085-09CA-19CD-C67D-D6F60FCBA77E}"/>
          </ac:spMkLst>
        </pc:spChg>
        <pc:spChg chg="add del mod">
          <ac:chgData name="Roshan Bright" userId="32b8178e2a5ffe00" providerId="LiveId" clId="{EA5BF2B0-DA8D-4AF2-B5DE-FE027C326A73}" dt="2026-09-23T17:01:27.149" v="1487"/>
          <ac:spMkLst>
            <pc:docMk/>
            <pc:sldMk cId="2287622562" sldId="262"/>
            <ac:spMk id="41" creationId="{A193FC98-0018-0D00-872D-DA8D5E6048A7}"/>
          </ac:spMkLst>
        </pc:spChg>
        <pc:spChg chg="add del mod">
          <ac:chgData name="Roshan Bright" userId="32b8178e2a5ffe00" providerId="LiveId" clId="{EA5BF2B0-DA8D-4AF2-B5DE-FE027C326A73}" dt="2026-09-23T17:01:27.149" v="1487"/>
          <ac:spMkLst>
            <pc:docMk/>
            <pc:sldMk cId="2287622562" sldId="262"/>
            <ac:spMk id="42" creationId="{356DFB29-2856-B6B7-666E-F3933EC6E74D}"/>
          </ac:spMkLst>
        </pc:spChg>
        <pc:spChg chg="del mod">
          <ac:chgData name="Roshan Bright" userId="32b8178e2a5ffe00" providerId="LiveId" clId="{EA5BF2B0-DA8D-4AF2-B5DE-FE027C326A73}" dt="2026-09-23T17:01:34.225" v="1488"/>
          <ac:spMkLst>
            <pc:docMk/>
            <pc:sldMk cId="2287622562" sldId="262"/>
            <ac:spMk id="43" creationId="{1A8C23BC-4347-326E-E5FA-EBA35D26D3DB}"/>
          </ac:spMkLst>
        </pc:spChg>
        <pc:graphicFrameChg chg="add mod">
          <ac:chgData name="Roshan Bright" userId="32b8178e2a5ffe00" providerId="LiveId" clId="{EA5BF2B0-DA8D-4AF2-B5DE-FE027C326A73}" dt="2026-09-23T16:37:31.261" v="1329" actId="12269"/>
          <ac:graphicFrameMkLst>
            <pc:docMk/>
            <pc:sldMk cId="2287622562" sldId="262"/>
            <ac:graphicFrameMk id="8" creationId="{9D79F49D-6E6C-291C-2E68-09EAE78C6221}"/>
          </ac:graphicFrameMkLst>
        </pc:graphicFrameChg>
        <pc:picChg chg="add del mod">
          <ac:chgData name="Roshan Bright" userId="32b8178e2a5ffe00" providerId="LiveId" clId="{EA5BF2B0-DA8D-4AF2-B5DE-FE027C326A73}" dt="2026-09-23T16:39:07.168" v="1336" actId="478"/>
          <ac:picMkLst>
            <pc:docMk/>
            <pc:sldMk cId="2287622562" sldId="262"/>
            <ac:picMk id="7" creationId="{4B32D3BA-36D5-CB39-D441-8DB2F287A582}"/>
          </ac:picMkLst>
        </pc:picChg>
        <pc:picChg chg="add del">
          <ac:chgData name="Roshan Bright" userId="32b8178e2a5ffe00" providerId="LiveId" clId="{EA5BF2B0-DA8D-4AF2-B5DE-FE027C326A73}" dt="2026-09-23T16:40:42.183" v="1367" actId="22"/>
          <ac:picMkLst>
            <pc:docMk/>
            <pc:sldMk cId="2287622562" sldId="262"/>
            <ac:picMk id="19" creationId="{186E9B23-30AB-7D55-ED9A-0DE79FCD10A8}"/>
          </ac:picMkLst>
        </pc:picChg>
        <pc:picChg chg="add del mod ord">
          <ac:chgData name="Roshan Bright" userId="32b8178e2a5ffe00" providerId="LiveId" clId="{EA5BF2B0-DA8D-4AF2-B5DE-FE027C326A73}" dt="2026-09-23T16:51:35.324" v="1380"/>
          <ac:picMkLst>
            <pc:docMk/>
            <pc:sldMk cId="2287622562" sldId="262"/>
            <ac:picMk id="22" creationId="{F8BF4B7D-1BA2-6BB0-7B94-AFD96C8314D2}"/>
          </ac:picMkLst>
        </pc:picChg>
        <pc:picChg chg="add del mod ord">
          <ac:chgData name="Roshan Bright" userId="32b8178e2a5ffe00" providerId="LiveId" clId="{EA5BF2B0-DA8D-4AF2-B5DE-FE027C326A73}" dt="2026-09-23T16:53:09.814" v="1396" actId="478"/>
          <ac:picMkLst>
            <pc:docMk/>
            <pc:sldMk cId="2287622562" sldId="262"/>
            <ac:picMk id="25" creationId="{A8909937-3FCB-3719-CB7A-6667BE3E199F}"/>
          </ac:picMkLst>
        </pc:picChg>
        <pc:picChg chg="mod">
          <ac:chgData name="Roshan Bright" userId="32b8178e2a5ffe00" providerId="LiveId" clId="{EA5BF2B0-DA8D-4AF2-B5DE-FE027C326A73}" dt="2026-09-23T16:53:07.820" v="1395"/>
          <ac:picMkLst>
            <pc:docMk/>
            <pc:sldMk cId="2287622562" sldId="262"/>
            <ac:picMk id="26" creationId="{C3F7817C-F9FD-7AAD-F685-ACEFF8D55FBF}"/>
          </ac:picMkLst>
        </pc:picChg>
        <pc:picChg chg="add del mod">
          <ac:chgData name="Roshan Bright" userId="32b8178e2a5ffe00" providerId="LiveId" clId="{EA5BF2B0-DA8D-4AF2-B5DE-FE027C326A73}" dt="2026-09-23T16:57:05.724" v="1440"/>
          <ac:picMkLst>
            <pc:docMk/>
            <pc:sldMk cId="2287622562" sldId="262"/>
            <ac:picMk id="29" creationId="{CD073681-E324-F3F1-9F48-66BA9BE8D2EA}"/>
          </ac:picMkLst>
        </pc:picChg>
        <pc:picChg chg="del mod">
          <ac:chgData name="Roshan Bright" userId="32b8178e2a5ffe00" providerId="LiveId" clId="{EA5BF2B0-DA8D-4AF2-B5DE-FE027C326A73}" dt="2026-09-23T16:57:42.978" v="1443" actId="478"/>
          <ac:picMkLst>
            <pc:docMk/>
            <pc:sldMk cId="2287622562" sldId="262"/>
            <ac:picMk id="37" creationId="{5899B2E2-88F8-B0D8-78E4-D3855A571AD4}"/>
          </ac:picMkLst>
        </pc:picChg>
        <pc:picChg chg="add del mod">
          <ac:chgData name="Roshan Bright" userId="32b8178e2a5ffe00" providerId="LiveId" clId="{EA5BF2B0-DA8D-4AF2-B5DE-FE027C326A73}" dt="2026-09-23T17:01:34.225" v="1488"/>
          <ac:picMkLst>
            <pc:docMk/>
            <pc:sldMk cId="2287622562" sldId="262"/>
            <ac:picMk id="39" creationId="{5DFAFDFD-7E22-0C1F-5279-073B94973A6E}"/>
          </ac:picMkLst>
        </pc:picChg>
        <pc:picChg chg="mod">
          <ac:chgData name="Roshan Bright" userId="32b8178e2a5ffe00" providerId="LiveId" clId="{EA5BF2B0-DA8D-4AF2-B5DE-FE027C326A73}" dt="2026-09-23T17:01:34.225" v="1488"/>
          <ac:picMkLst>
            <pc:docMk/>
            <pc:sldMk cId="2287622562" sldId="262"/>
            <ac:picMk id="44" creationId="{D6A07901-289B-D4D3-D152-398AF372F8C4}"/>
          </ac:picMkLst>
        </pc:picChg>
      </pc:sldChg>
      <pc:sldChg chg="addSp delSp modSp new mod modTransition addAnim delAnim modAnim">
        <pc:chgData name="Roshan Bright" userId="32b8178e2a5ffe00" providerId="LiveId" clId="{EA5BF2B0-DA8D-4AF2-B5DE-FE027C326A73}" dt="2026-09-23T17:21:33.723" v="1638"/>
        <pc:sldMkLst>
          <pc:docMk/>
          <pc:sldMk cId="1662114272" sldId="263"/>
        </pc:sldMkLst>
        <pc:spChg chg="add del mod">
          <ac:chgData name="Roshan Bright" userId="32b8178e2a5ffe00" providerId="LiveId" clId="{EA5BF2B0-DA8D-4AF2-B5DE-FE027C326A73}" dt="2026-09-23T17:02:44.270" v="1491"/>
          <ac:spMkLst>
            <pc:docMk/>
            <pc:sldMk cId="1662114272" sldId="263"/>
            <ac:spMk id="2" creationId="{6B735205-4138-AB34-7639-462C48606893}"/>
          </ac:spMkLst>
        </pc:spChg>
        <pc:spChg chg="add mod">
          <ac:chgData name="Roshan Bright" userId="32b8178e2a5ffe00" providerId="LiveId" clId="{EA5BF2B0-DA8D-4AF2-B5DE-FE027C326A73}" dt="2026-09-23T17:03:17.956" v="1504" actId="1076"/>
          <ac:spMkLst>
            <pc:docMk/>
            <pc:sldMk cId="1662114272" sldId="263"/>
            <ac:spMk id="3" creationId="{16E4846D-5E45-AE29-BB00-10A31C201D1D}"/>
          </ac:spMkLst>
        </pc:spChg>
      </pc:sldChg>
      <pc:sldChg chg="new del">
        <pc:chgData name="Roshan Bright" userId="32b8178e2a5ffe00" providerId="LiveId" clId="{EA5BF2B0-DA8D-4AF2-B5DE-FE027C326A73}" dt="2026-09-23T17:09:54.219" v="1576" actId="47"/>
        <pc:sldMkLst>
          <pc:docMk/>
          <pc:sldMk cId="605197643" sldId="264"/>
        </pc:sldMkLst>
      </pc:sldChg>
      <pc:sldChg chg="new del">
        <pc:chgData name="Roshan Bright" userId="32b8178e2a5ffe00" providerId="LiveId" clId="{EA5BF2B0-DA8D-4AF2-B5DE-FE027C326A73}" dt="2026-09-23T17:09:55.570" v="1577" actId="47"/>
        <pc:sldMkLst>
          <pc:docMk/>
          <pc:sldMk cId="2525527467" sldId="265"/>
        </pc:sldMkLst>
      </pc:sldChg>
      <pc:sldMasterChg chg="modTransition modSldLayout">
        <pc:chgData name="Roshan Bright" userId="32b8178e2a5ffe00" providerId="LiveId" clId="{EA5BF2B0-DA8D-4AF2-B5DE-FE027C326A73}" dt="2026-09-23T17:18:43.719" v="1632"/>
        <pc:sldMasterMkLst>
          <pc:docMk/>
          <pc:sldMasterMk cId="322501268" sldId="2147483716"/>
        </pc:sldMasterMkLst>
        <pc:sldLayoutChg chg="modTransition">
          <pc:chgData name="Roshan Bright" userId="32b8178e2a5ffe00" providerId="LiveId" clId="{EA5BF2B0-DA8D-4AF2-B5DE-FE027C326A73}" dt="2026-09-23T17:18:43.719" v="1632"/>
          <pc:sldLayoutMkLst>
            <pc:docMk/>
            <pc:sldMasterMk cId="322501268" sldId="2147483716"/>
            <pc:sldLayoutMk cId="4213976053" sldId="2147483717"/>
          </pc:sldLayoutMkLst>
        </pc:sldLayoutChg>
        <pc:sldLayoutChg chg="modTransition">
          <pc:chgData name="Roshan Bright" userId="32b8178e2a5ffe00" providerId="LiveId" clId="{EA5BF2B0-DA8D-4AF2-B5DE-FE027C326A73}" dt="2026-09-23T17:18:43.719" v="1632"/>
          <pc:sldLayoutMkLst>
            <pc:docMk/>
            <pc:sldMasterMk cId="322501268" sldId="2147483716"/>
            <pc:sldLayoutMk cId="518882887" sldId="2147483718"/>
          </pc:sldLayoutMkLst>
        </pc:sldLayoutChg>
        <pc:sldLayoutChg chg="modTransition">
          <pc:chgData name="Roshan Bright" userId="32b8178e2a5ffe00" providerId="LiveId" clId="{EA5BF2B0-DA8D-4AF2-B5DE-FE027C326A73}" dt="2026-09-23T17:18:43.719" v="1632"/>
          <pc:sldLayoutMkLst>
            <pc:docMk/>
            <pc:sldMasterMk cId="322501268" sldId="2147483716"/>
            <pc:sldLayoutMk cId="4057600243" sldId="2147483719"/>
          </pc:sldLayoutMkLst>
        </pc:sldLayoutChg>
        <pc:sldLayoutChg chg="modTransition">
          <pc:chgData name="Roshan Bright" userId="32b8178e2a5ffe00" providerId="LiveId" clId="{EA5BF2B0-DA8D-4AF2-B5DE-FE027C326A73}" dt="2026-09-23T17:18:43.719" v="1632"/>
          <pc:sldLayoutMkLst>
            <pc:docMk/>
            <pc:sldMasterMk cId="322501268" sldId="2147483716"/>
            <pc:sldLayoutMk cId="2979999169" sldId="2147483720"/>
          </pc:sldLayoutMkLst>
        </pc:sldLayoutChg>
        <pc:sldLayoutChg chg="modTransition">
          <pc:chgData name="Roshan Bright" userId="32b8178e2a5ffe00" providerId="LiveId" clId="{EA5BF2B0-DA8D-4AF2-B5DE-FE027C326A73}" dt="2026-09-23T17:18:43.719" v="1632"/>
          <pc:sldLayoutMkLst>
            <pc:docMk/>
            <pc:sldMasterMk cId="322501268" sldId="2147483716"/>
            <pc:sldLayoutMk cId="3856021540" sldId="2147483721"/>
          </pc:sldLayoutMkLst>
        </pc:sldLayoutChg>
        <pc:sldLayoutChg chg="modTransition">
          <pc:chgData name="Roshan Bright" userId="32b8178e2a5ffe00" providerId="LiveId" clId="{EA5BF2B0-DA8D-4AF2-B5DE-FE027C326A73}" dt="2026-09-23T17:18:43.719" v="1632"/>
          <pc:sldLayoutMkLst>
            <pc:docMk/>
            <pc:sldMasterMk cId="322501268" sldId="2147483716"/>
            <pc:sldLayoutMk cId="1809600862" sldId="2147483722"/>
          </pc:sldLayoutMkLst>
        </pc:sldLayoutChg>
        <pc:sldLayoutChg chg="modTransition">
          <pc:chgData name="Roshan Bright" userId="32b8178e2a5ffe00" providerId="LiveId" clId="{EA5BF2B0-DA8D-4AF2-B5DE-FE027C326A73}" dt="2026-09-23T17:18:43.719" v="1632"/>
          <pc:sldLayoutMkLst>
            <pc:docMk/>
            <pc:sldMasterMk cId="322501268" sldId="2147483716"/>
            <pc:sldLayoutMk cId="2321486925" sldId="2147483723"/>
          </pc:sldLayoutMkLst>
        </pc:sldLayoutChg>
        <pc:sldLayoutChg chg="modTransition">
          <pc:chgData name="Roshan Bright" userId="32b8178e2a5ffe00" providerId="LiveId" clId="{EA5BF2B0-DA8D-4AF2-B5DE-FE027C326A73}" dt="2026-09-23T17:18:43.719" v="1632"/>
          <pc:sldLayoutMkLst>
            <pc:docMk/>
            <pc:sldMasterMk cId="322501268" sldId="2147483716"/>
            <pc:sldLayoutMk cId="119761129" sldId="2147483724"/>
          </pc:sldLayoutMkLst>
        </pc:sldLayoutChg>
        <pc:sldLayoutChg chg="modTransition">
          <pc:chgData name="Roshan Bright" userId="32b8178e2a5ffe00" providerId="LiveId" clId="{EA5BF2B0-DA8D-4AF2-B5DE-FE027C326A73}" dt="2026-09-23T17:18:43.719" v="1632"/>
          <pc:sldLayoutMkLst>
            <pc:docMk/>
            <pc:sldMasterMk cId="322501268" sldId="2147483716"/>
            <pc:sldLayoutMk cId="2330164457" sldId="2147483725"/>
          </pc:sldLayoutMkLst>
        </pc:sldLayoutChg>
        <pc:sldLayoutChg chg="modTransition">
          <pc:chgData name="Roshan Bright" userId="32b8178e2a5ffe00" providerId="LiveId" clId="{EA5BF2B0-DA8D-4AF2-B5DE-FE027C326A73}" dt="2026-09-23T17:18:43.719" v="1632"/>
          <pc:sldLayoutMkLst>
            <pc:docMk/>
            <pc:sldMasterMk cId="322501268" sldId="2147483716"/>
            <pc:sldLayoutMk cId="2708969038" sldId="2147483726"/>
          </pc:sldLayoutMkLst>
        </pc:sldLayoutChg>
        <pc:sldLayoutChg chg="modTransition">
          <pc:chgData name="Roshan Bright" userId="32b8178e2a5ffe00" providerId="LiveId" clId="{EA5BF2B0-DA8D-4AF2-B5DE-FE027C326A73}" dt="2026-09-23T17:18:43.719" v="1632"/>
          <pc:sldLayoutMkLst>
            <pc:docMk/>
            <pc:sldMasterMk cId="322501268" sldId="2147483716"/>
            <pc:sldLayoutMk cId="3674864756" sldId="2147483727"/>
          </pc:sldLayoutMkLst>
        </pc:sldLayoutChg>
        <pc:sldLayoutChg chg="modTransition">
          <pc:chgData name="Roshan Bright" userId="32b8178e2a5ffe00" providerId="LiveId" clId="{EA5BF2B0-DA8D-4AF2-B5DE-FE027C326A73}" dt="2026-09-23T17:18:43.719" v="1632"/>
          <pc:sldLayoutMkLst>
            <pc:docMk/>
            <pc:sldMasterMk cId="322501268" sldId="2147483716"/>
            <pc:sldLayoutMk cId="3978767195" sldId="2147483728"/>
          </pc:sldLayoutMkLst>
        </pc:sldLayoutChg>
        <pc:sldLayoutChg chg="modTransition">
          <pc:chgData name="Roshan Bright" userId="32b8178e2a5ffe00" providerId="LiveId" clId="{EA5BF2B0-DA8D-4AF2-B5DE-FE027C326A73}" dt="2026-09-23T17:18:43.719" v="1632"/>
          <pc:sldLayoutMkLst>
            <pc:docMk/>
            <pc:sldMasterMk cId="322501268" sldId="2147483716"/>
            <pc:sldLayoutMk cId="2749774351" sldId="2147483729"/>
          </pc:sldLayoutMkLst>
        </pc:sldLayoutChg>
        <pc:sldLayoutChg chg="modTransition">
          <pc:chgData name="Roshan Bright" userId="32b8178e2a5ffe00" providerId="LiveId" clId="{EA5BF2B0-DA8D-4AF2-B5DE-FE027C326A73}" dt="2026-09-23T17:18:43.719" v="1632"/>
          <pc:sldLayoutMkLst>
            <pc:docMk/>
            <pc:sldMasterMk cId="322501268" sldId="2147483716"/>
            <pc:sldLayoutMk cId="1023812210" sldId="2147483730"/>
          </pc:sldLayoutMkLst>
        </pc:sldLayoutChg>
        <pc:sldLayoutChg chg="modTransition">
          <pc:chgData name="Roshan Bright" userId="32b8178e2a5ffe00" providerId="LiveId" clId="{EA5BF2B0-DA8D-4AF2-B5DE-FE027C326A73}" dt="2026-09-23T17:18:43.719" v="1632"/>
          <pc:sldLayoutMkLst>
            <pc:docMk/>
            <pc:sldMasterMk cId="322501268" sldId="2147483716"/>
            <pc:sldLayoutMk cId="395802383" sldId="2147483731"/>
          </pc:sldLayoutMkLst>
        </pc:sldLayoutChg>
        <pc:sldLayoutChg chg="modTransition">
          <pc:chgData name="Roshan Bright" userId="32b8178e2a5ffe00" providerId="LiveId" clId="{EA5BF2B0-DA8D-4AF2-B5DE-FE027C326A73}" dt="2026-09-23T17:18:43.719" v="1632"/>
          <pc:sldLayoutMkLst>
            <pc:docMk/>
            <pc:sldMasterMk cId="322501268" sldId="2147483716"/>
            <pc:sldLayoutMk cId="1998170442" sldId="2147483732"/>
          </pc:sldLayoutMkLst>
        </pc:sldLayoutChg>
        <pc:sldLayoutChg chg="modTransition">
          <pc:chgData name="Roshan Bright" userId="32b8178e2a5ffe00" providerId="LiveId" clId="{EA5BF2B0-DA8D-4AF2-B5DE-FE027C326A73}" dt="2026-09-23T17:18:43.719" v="1632"/>
          <pc:sldLayoutMkLst>
            <pc:docMk/>
            <pc:sldMasterMk cId="322501268" sldId="2147483716"/>
            <pc:sldLayoutMk cId="481643788" sldId="2147483733"/>
          </pc:sldLayoutMkLst>
        </pc:sldLayoutChg>
        <pc:sldLayoutChg chg="delSp modTransition">
          <pc:chgData name="Roshan Bright" userId="32b8178e2a5ffe00" providerId="LiveId" clId="{EA5BF2B0-DA8D-4AF2-B5DE-FE027C326A73}" dt="2026-09-23T17:18:43.719" v="1632"/>
          <pc:sldLayoutMkLst>
            <pc:docMk/>
            <pc:sldMasterMk cId="322501268" sldId="2147483716"/>
            <pc:sldLayoutMk cId="3597942810" sldId="2147483734"/>
          </pc:sldLayoutMkLst>
          <pc:spChg chg="del">
            <ac:chgData name="Roshan Bright" userId="32b8178e2a5ffe00" providerId="LiveId" clId="{EA5BF2B0-DA8D-4AF2-B5DE-FE027C326A73}" dt="2026-09-23T13:53:57.516" v="82"/>
            <ac:spMkLst>
              <pc:docMk/>
              <pc:sldMasterMk cId="322501268" sldId="2147483716"/>
              <pc:sldLayoutMk cId="3597942810" sldId="2147483734"/>
              <ac:spMk id="11" creationId="{6D514160-DA6E-9655-9294-6538F297B73D}"/>
            </ac:spMkLst>
          </pc:spChg>
          <pc:spChg chg="del">
            <ac:chgData name="Roshan Bright" userId="32b8178e2a5ffe00" providerId="LiveId" clId="{EA5BF2B0-DA8D-4AF2-B5DE-FE027C326A73}" dt="2026-09-23T13:53:57.516" v="82"/>
            <ac:spMkLst>
              <pc:docMk/>
              <pc:sldMasterMk cId="322501268" sldId="2147483716"/>
              <pc:sldLayoutMk cId="3597942810" sldId="2147483734"/>
              <ac:spMk id="12" creationId="{B2EC29EB-3E43-F1FF-EB6B-9F5C908FFCC8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59E1-ED51-4CEC-9E59-9F4A4C8C71A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3D66-118B-4A67-817F-E67E13719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76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59E1-ED51-4CEC-9E59-9F4A4C8C71A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3D66-118B-4A67-817F-E67E13719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882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59E1-ED51-4CEC-9E59-9F4A4C8C71A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3D66-118B-4A67-817F-E67E13719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6002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59E1-ED51-4CEC-9E59-9F4A4C8C71A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3D66-118B-4A67-817F-E67E13719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999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59E1-ED51-4CEC-9E59-9F4A4C8C71A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3D66-118B-4A67-817F-E67E13719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21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59E1-ED51-4CEC-9E59-9F4A4C8C71A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3D66-118B-4A67-817F-E67E13719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00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59E1-ED51-4CEC-9E59-9F4A4C8C71A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3D66-118B-4A67-817F-E67E13719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486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59E1-ED51-4CEC-9E59-9F4A4C8C71A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3D66-118B-4A67-817F-E67E13719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61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59E1-ED51-4CEC-9E59-9F4A4C8C71A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3D66-118B-4A67-817F-E67E13719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64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59E1-ED51-4CEC-9E59-9F4A4C8C71A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3D66-118B-4A67-817F-E67E13719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69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59E1-ED51-4CEC-9E59-9F4A4C8C71A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3D66-118B-4A67-817F-E67E13719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64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59E1-ED51-4CEC-9E59-9F4A4C8C71A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3D66-118B-4A67-817F-E67E1371917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78767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59E1-ED51-4CEC-9E59-9F4A4C8C71A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3D66-118B-4A67-817F-E67E13719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774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59E1-ED51-4CEC-9E59-9F4A4C8C71A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3D66-118B-4A67-817F-E67E13719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812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59E1-ED51-4CEC-9E59-9F4A4C8C71A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3D66-118B-4A67-817F-E67E13719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2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59E1-ED51-4CEC-9E59-9F4A4C8C71A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3D66-118B-4A67-817F-E67E13719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70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59E1-ED51-4CEC-9E59-9F4A4C8C71A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3D66-118B-4A67-817F-E67E13719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43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59E1-ED51-4CEC-9E59-9F4A4C8C71A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03D66-118B-4A67-817F-E67E13719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942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94159E1-ED51-4CEC-9E59-9F4A4C8C71AF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03D66-118B-4A67-817F-E67E13719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012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9000"/>
                    </a14:imgEffect>
                    <a14:imgEffect>
                      <a14:brightnessContrast bright="-70000" contrast="29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BAEC00-CAE6-E504-8D04-FF4E09C2020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8000"/>
          </a:blip>
          <a:stretch>
            <a:fillRect/>
          </a:stretch>
        </p:blipFill>
        <p:spPr>
          <a:xfrm>
            <a:off x="0" y="11923"/>
            <a:ext cx="12213269" cy="6846077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29FAE5-ECBD-5559-A62C-BC6F3BAB2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75632"/>
            <a:ext cx="9144000" cy="184808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gency FB" panose="020B0503020202020204" pitchFamily="34" charset="0"/>
              </a:rPr>
              <a:t>INTELLIGENT ROUTE PLANNER</a:t>
            </a:r>
            <a:br>
              <a:rPr lang="en-US" b="1" dirty="0">
                <a:solidFill>
                  <a:schemeClr val="bg1"/>
                </a:solidFill>
                <a:latin typeface="Agency FB" panose="020B0503020202020204" pitchFamily="34" charset="0"/>
              </a:rPr>
            </a:br>
            <a:r>
              <a:rPr lang="en-US" b="1" dirty="0">
                <a:solidFill>
                  <a:schemeClr val="bg1"/>
                </a:solidFill>
                <a:latin typeface="Agency FB" panose="020B0503020202020204" pitchFamily="34" charset="0"/>
              </a:rPr>
              <a:t>WITH MULTI-MODAL TRANSPORT</a:t>
            </a:r>
            <a:br>
              <a:rPr lang="en-US" dirty="0">
                <a:latin typeface="Agency FB" panose="020B0503020202020204" pitchFamily="34" charset="0"/>
              </a:rPr>
            </a:br>
            <a:endParaRPr lang="en-US" dirty="0">
              <a:latin typeface="Agency FB" panose="020B0503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17D80A-41B6-4F71-6399-62A94246FF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626607"/>
            <a:ext cx="6466901" cy="1655762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: </a:t>
            </a:r>
          </a:p>
          <a:p>
            <a:pPr algn="l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Roshan Bright R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    Immanuel SA Spurgeon</a:t>
            </a:r>
          </a:p>
        </p:txBody>
      </p:sp>
    </p:spTree>
    <p:extLst>
      <p:ext uri="{BB962C8B-B14F-4D97-AF65-F5344CB8AC3E}">
        <p14:creationId xmlns:p14="http://schemas.microsoft.com/office/powerpoint/2010/main" val="3605765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59782-FD7F-F679-14FF-7B46D925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521" y="1557161"/>
            <a:ext cx="11564957" cy="180676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modern cities, people often need to combine multiple modes of transportation such as walking, cycling, buses, and metro services. Selecting an optimal multi-modal route becomes difficult when travel time, transportation cost, traffic conditions, public-transport schedules, waiting time, and user comfort need to be considered simultaneously.</a:t>
            </a:r>
            <a:b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b="1" dirty="0"/>
            </a:b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 : </a:t>
            </a:r>
            <a:br>
              <a:rPr lang="en-US" sz="2200" b="1" dirty="0"/>
            </a:b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EDAFCF-74B2-4D85-3F1C-39E18D40F74A}"/>
              </a:ext>
            </a:extLst>
          </p:cNvPr>
          <p:cNvSpPr txBox="1"/>
          <p:nvPr/>
        </p:nvSpPr>
        <p:spPr>
          <a:xfrm>
            <a:off x="1380781" y="4243219"/>
            <a:ext cx="11305142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selecting the optimal multi-modal route.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congestion and changing travel times.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transport schedules and waiting time.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 travel cost, time, and comfort.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personalized route selection.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58BE0C-6DE0-00AC-1215-C98BBB4E4110}"/>
              </a:ext>
            </a:extLst>
          </p:cNvPr>
          <p:cNvSpPr txBox="1"/>
          <p:nvPr/>
        </p:nvSpPr>
        <p:spPr>
          <a:xfrm>
            <a:off x="2544896" y="583894"/>
            <a:ext cx="74143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350090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5E6918B-FA1C-D085-5966-E758BB9DA5C8}"/>
              </a:ext>
            </a:extLst>
          </p:cNvPr>
          <p:cNvSpPr txBox="1"/>
          <p:nvPr/>
        </p:nvSpPr>
        <p:spPr>
          <a:xfrm>
            <a:off x="558187" y="1730379"/>
            <a:ext cx="858718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Dijkstra's Algorithm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Finds minimum-cost paths in weighted graphs.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 Algorithm*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Uses heuristic estimates for efficient pathfinding.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Time-Dependent Routing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Considers traffic and changing travel conditions.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Multimodal Transportation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Combines walking, roads and public transport.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Research Gap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Integrating algorithms, user preferences and interactive maps.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C5D239-12A3-04FA-114E-72BD40AB82BB}"/>
              </a:ext>
            </a:extLst>
          </p:cNvPr>
          <p:cNvSpPr txBox="1"/>
          <p:nvPr/>
        </p:nvSpPr>
        <p:spPr>
          <a:xfrm>
            <a:off x="1024568" y="418640"/>
            <a:ext cx="83618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Literature Survey</a:t>
            </a:r>
          </a:p>
        </p:txBody>
      </p:sp>
      <p:pic>
        <p:nvPicPr>
          <p:cNvPr id="9" name="Picture 8" descr="PPT - Shortest Path from G to C Using Dijkstra’s Algorithm PowerPoint Presentation - ID:2611750">
            <a:extLst>
              <a:ext uri="{FF2B5EF4-FFF2-40B4-BE49-F238E27FC236}">
                <a16:creationId xmlns:a16="http://schemas.microsoft.com/office/drawing/2014/main" id="{F407708F-2C25-0D44-13C2-DBCBE727ED9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"/>
                    </a14:imgEffect>
                    <a14:imgEffect>
                      <a14:colorTemperature colorTemp="6184"/>
                    </a14:imgEffect>
                    <a14:imgEffect>
                      <a14:saturation sat="155000"/>
                    </a14:imgEffect>
                    <a14:imgEffect>
                      <a14:brightnessContrast bright="14000" contrast="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62767" y="1341970"/>
            <a:ext cx="5365215" cy="402391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972119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D99BE7-FFE0-11AC-CB8F-D47144286610}"/>
              </a:ext>
            </a:extLst>
          </p:cNvPr>
          <p:cNvSpPr txBox="1"/>
          <p:nvPr/>
        </p:nvSpPr>
        <p:spPr>
          <a:xfrm>
            <a:off x="475658" y="370303"/>
            <a:ext cx="87143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Existing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4A50C4-1C40-C4FC-5D2A-630E316CD1BD}"/>
              </a:ext>
            </a:extLst>
          </p:cNvPr>
          <p:cNvSpPr txBox="1"/>
          <p:nvPr/>
        </p:nvSpPr>
        <p:spPr>
          <a:xfrm>
            <a:off x="319839" y="4228132"/>
            <a:ext cx="7366291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applications focus mainly on shortest or fastest routes.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 of multiple transportation modes.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Incomplete consideration of schedules and waiting time.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cost, comfort and preference-based optimization.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comparison of routes using multiple criteria.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9B6EB5-1518-278C-30B5-C63DC81868B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26239" y="1457207"/>
            <a:ext cx="5027552" cy="234532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024256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975C48-91CC-2FB6-961D-D6799974511C}"/>
              </a:ext>
            </a:extLst>
          </p:cNvPr>
          <p:cNvSpPr txBox="1"/>
          <p:nvPr/>
        </p:nvSpPr>
        <p:spPr>
          <a:xfrm>
            <a:off x="1032831" y="525922"/>
            <a:ext cx="70755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Algorithms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289BDB-D600-51E1-02B9-5712C5FB1605}"/>
              </a:ext>
            </a:extLst>
          </p:cNvPr>
          <p:cNvSpPr txBox="1"/>
          <p:nvPr/>
        </p:nvSpPr>
        <p:spPr>
          <a:xfrm>
            <a:off x="6510969" y="1678432"/>
            <a:ext cx="6786390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Dijkstra's Algorithm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Minimum-cost path calculation.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weighted transportation graphs.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Algorithm*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heuristic to guide the search.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search efficiency.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Anytime Weighted A*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a good solution quickly.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Progressively improves the solution.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Application: Multi-modal route optimization.</a:t>
            </a:r>
          </a:p>
        </p:txBody>
      </p:sp>
      <p:pic>
        <p:nvPicPr>
          <p:cNvPr id="6" name="Picture 5" descr="A* Algorithm &amp; Dijkstra algorithm| Complete Lesson Pack for Cambridge IGCSE, AS &amp; A-Level CS | Teaching Resources">
            <a:extLst>
              <a:ext uri="{FF2B5EF4-FFF2-40B4-BE49-F238E27FC236}">
                <a16:creationId xmlns:a16="http://schemas.microsoft.com/office/drawing/2014/main" id="{834DB9FB-D683-1B2F-DBCE-DA7D3D0FB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04" y="2056880"/>
            <a:ext cx="4894728" cy="3669189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2557290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5995BFC-2252-EAC8-24F0-C3CF033855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883" y="1758497"/>
            <a:ext cx="4746355" cy="43072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19DFAB-1ED5-5600-670D-79EAE06F75AF}"/>
              </a:ext>
            </a:extLst>
          </p:cNvPr>
          <p:cNvSpPr txBox="1"/>
          <p:nvPr/>
        </p:nvSpPr>
        <p:spPr>
          <a:xfrm>
            <a:off x="385762" y="327842"/>
            <a:ext cx="904253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Multi-Modal Routing &amp; Optimization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1A5E0F-8712-0B6E-7EFD-C587BA60A74C}"/>
              </a:ext>
            </a:extLst>
          </p:cNvPr>
          <p:cNvSpPr txBox="1"/>
          <p:nvPr/>
        </p:nvSpPr>
        <p:spPr>
          <a:xfrm>
            <a:off x="488632" y="2335381"/>
            <a:ext cx="6860857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Modes: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Walking , Cycling , Bus , Car , dump truck.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Factors: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Travel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time,Transportation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cost,Walking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distance,Waiting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time,Transfers,Comfort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Types: Fastest | Cheapest | Comfortable | Balanced</a:t>
            </a:r>
          </a:p>
        </p:txBody>
      </p:sp>
    </p:spTree>
    <p:extLst>
      <p:ext uri="{BB962C8B-B14F-4D97-AF65-F5344CB8AC3E}">
        <p14:creationId xmlns:p14="http://schemas.microsoft.com/office/powerpoint/2010/main" val="2886412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878377-940E-6918-149B-E6DF47842391}"/>
              </a:ext>
            </a:extLst>
          </p:cNvPr>
          <p:cNvSpPr txBox="1"/>
          <p:nvPr/>
        </p:nvSpPr>
        <p:spPr>
          <a:xfrm>
            <a:off x="340042" y="329684"/>
            <a:ext cx="85372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Conclusion &amp; Future Enhancements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DFFA2E-AC78-886D-41BC-420152554BDC}"/>
              </a:ext>
            </a:extLst>
          </p:cNvPr>
          <p:cNvSpPr txBox="1"/>
          <p:nvPr/>
        </p:nvSpPr>
        <p:spPr>
          <a:xfrm>
            <a:off x="392113" y="1792299"/>
            <a:ext cx="9089708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multiple transport modes and intelligent algorithms.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Considers time, cost, waiting and user comfort.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suitable route alternatives through map visualization.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updates.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public-transport tracking.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route recommendations.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Accessibility-aware route planning.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and cloud deployment.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D6A07901-289B-D4D3-D152-398AF372F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1" t="15557"/>
          <a:stretch>
            <a:fillRect/>
          </a:stretch>
        </p:blipFill>
        <p:spPr>
          <a:xfrm>
            <a:off x="5880294" y="2089476"/>
            <a:ext cx="6622562" cy="5704565"/>
          </a:xfrm>
          <a:custGeom>
            <a:avLst/>
            <a:gdLst>
              <a:gd name="csX0" fmla="*/ 965114 w 6622562"/>
              <a:gd name="csY0" fmla="*/ 1988044 h 5704565"/>
              <a:gd name="csX1" fmla="*/ 3592709 w 6622562"/>
              <a:gd name="csY1" fmla="*/ 4610974 h 5704565"/>
              <a:gd name="csX2" fmla="*/ 3351859 w 6622562"/>
              <a:gd name="csY2" fmla="*/ 5335668 h 5704565"/>
              <a:gd name="csX3" fmla="*/ 2627594 w 6622562"/>
              <a:gd name="csY3" fmla="*/ 5577805 h 5704565"/>
              <a:gd name="csX4" fmla="*/ 0 w 6622562"/>
              <a:gd name="csY4" fmla="*/ 2954874 h 5704565"/>
              <a:gd name="csX5" fmla="*/ 240849 w 6622562"/>
              <a:gd name="csY5" fmla="*/ 2230180 h 5704565"/>
              <a:gd name="csX6" fmla="*/ 2747899 w 6622562"/>
              <a:gd name="csY6" fmla="*/ 1603004 h 5704565"/>
              <a:gd name="csX7" fmla="*/ 5899692 w 6622562"/>
              <a:gd name="csY7" fmla="*/ 4839917 h 5704565"/>
              <a:gd name="csX8" fmla="*/ 5648569 w 6622562"/>
              <a:gd name="csY8" fmla="*/ 5561116 h 5704565"/>
              <a:gd name="csX9" fmla="*/ 5198313 w 6622562"/>
              <a:gd name="csY9" fmla="*/ 5704565 h 5704565"/>
              <a:gd name="csX10" fmla="*/ 4834889 w 6622562"/>
              <a:gd name="csY10" fmla="*/ 5704565 h 5704565"/>
              <a:gd name="csX11" fmla="*/ 1769144 w 6622562"/>
              <a:gd name="csY11" fmla="*/ 2556022 h 5704565"/>
              <a:gd name="csX12" fmla="*/ 2020267 w 6622562"/>
              <a:gd name="csY12" fmla="*/ 1834823 h 5704565"/>
              <a:gd name="csX13" fmla="*/ 3466850 w 6622562"/>
              <a:gd name="csY13" fmla="*/ 0 h 5704565"/>
              <a:gd name="csX14" fmla="*/ 6622562 w 6622562"/>
              <a:gd name="csY14" fmla="*/ 3424552 h 5704565"/>
              <a:gd name="csX15" fmla="*/ 6622562 w 6622562"/>
              <a:gd name="csY15" fmla="*/ 4910242 h 5704565"/>
              <a:gd name="csX16" fmla="*/ 6236586 w 6622562"/>
              <a:gd name="csY16" fmla="*/ 5021615 h 5704565"/>
              <a:gd name="csX17" fmla="*/ 2462250 w 6622562"/>
              <a:gd name="csY17" fmla="*/ 925735 h 5704565"/>
              <a:gd name="csX18" fmla="*/ 2733116 w 6622562"/>
              <a:gd name="csY18" fmla="*/ 211717 h 57045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6622562" h="5704565">
                <a:moveTo>
                  <a:pt x="965114" y="1988044"/>
                </a:moveTo>
                <a:lnTo>
                  <a:pt x="3592709" y="4610974"/>
                </a:lnTo>
                <a:lnTo>
                  <a:pt x="3351859" y="5335668"/>
                </a:lnTo>
                <a:lnTo>
                  <a:pt x="2627594" y="5577805"/>
                </a:lnTo>
                <a:lnTo>
                  <a:pt x="0" y="2954874"/>
                </a:lnTo>
                <a:lnTo>
                  <a:pt x="240849" y="2230180"/>
                </a:lnTo>
                <a:close/>
                <a:moveTo>
                  <a:pt x="2747899" y="1603004"/>
                </a:moveTo>
                <a:lnTo>
                  <a:pt x="5899692" y="4839917"/>
                </a:lnTo>
                <a:lnTo>
                  <a:pt x="5648569" y="5561116"/>
                </a:lnTo>
                <a:lnTo>
                  <a:pt x="5198313" y="5704565"/>
                </a:lnTo>
                <a:lnTo>
                  <a:pt x="4834889" y="5704565"/>
                </a:lnTo>
                <a:lnTo>
                  <a:pt x="1769144" y="2556022"/>
                </a:lnTo>
                <a:lnTo>
                  <a:pt x="2020267" y="1834823"/>
                </a:lnTo>
                <a:close/>
                <a:moveTo>
                  <a:pt x="3466850" y="0"/>
                </a:moveTo>
                <a:lnTo>
                  <a:pt x="6622562" y="3424552"/>
                </a:lnTo>
                <a:lnTo>
                  <a:pt x="6622562" y="4910242"/>
                </a:lnTo>
                <a:lnTo>
                  <a:pt x="6236586" y="5021615"/>
                </a:lnTo>
                <a:lnTo>
                  <a:pt x="2462250" y="925735"/>
                </a:lnTo>
                <a:lnTo>
                  <a:pt x="2733116" y="21171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87622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E4846D-5E45-AE29-BB00-10A31C201D1D}"/>
              </a:ext>
            </a:extLst>
          </p:cNvPr>
          <p:cNvSpPr txBox="1"/>
          <p:nvPr/>
        </p:nvSpPr>
        <p:spPr>
          <a:xfrm>
            <a:off x="2755900" y="2300019"/>
            <a:ext cx="6172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62114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10000">
        <p:blinds dir="vert"/>
      </p:transition>
    </mc:Choice>
    <mc:Fallback>
      <p:transition spd="slow" advClick="0" advTm="10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243</TotalTime>
  <Words>394</Words>
  <Application>Microsoft Office PowerPoint</Application>
  <PresentationFormat>Widescreen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Agency FB</vt:lpstr>
      <vt:lpstr>Algerian</vt:lpstr>
      <vt:lpstr>Arial</vt:lpstr>
      <vt:lpstr>Century Gothic</vt:lpstr>
      <vt:lpstr>Courier New</vt:lpstr>
      <vt:lpstr>Times New Roman</vt:lpstr>
      <vt:lpstr>Wingdings</vt:lpstr>
      <vt:lpstr>Wingdings 3</vt:lpstr>
      <vt:lpstr>Ion</vt:lpstr>
      <vt:lpstr>INTELLIGENT ROUTE PLANNER WITH MULTI-MODAL TRANSPORT </vt:lpstr>
      <vt:lpstr>In modern cities, people often need to combine multiple modes of transportation such as walking, cycling, buses, and metro services. Selecting an optimal multi-modal route becomes difficult when travel time, transportation cost, traffic conditions, public-transport schedules, waiting time, and user comfort need to be considered simultaneously.  Key Challenges :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Roshan Bright</dc:creator>
  <cp:lastModifiedBy>Roshan Bright</cp:lastModifiedBy>
  <cp:revision>1</cp:revision>
  <dcterms:created xsi:type="dcterms:W3CDTF">2026-09-23T13:18:36Z</dcterms:created>
  <dcterms:modified xsi:type="dcterms:W3CDTF">2026-09-23T17:21:38Z</dcterms:modified>
</cp:coreProperties>
</file>